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4" r:id="rId4"/>
    <p:sldId id="271" r:id="rId5"/>
    <p:sldId id="278" r:id="rId6"/>
    <p:sldId id="279" r:id="rId7"/>
    <p:sldId id="280" r:id="rId8"/>
    <p:sldId id="276" r:id="rId9"/>
    <p:sldId id="277" r:id="rId10"/>
    <p:sldId id="281" r:id="rId11"/>
    <p:sldId id="31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4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5D9F7-3363-42A8-8226-56EDDE296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3401B3-DDE5-4A85-849E-66FCC7E6D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B786D6-316E-4ACC-AB37-0A2E766D2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C19753-4A5E-4227-AFA9-8C9498A72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ACA108-A664-4B0F-952B-12BF1920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12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AB432F-670F-486C-BAF7-B20F6644C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63B5BA-A771-4A0F-A24A-A3735857C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236167-0701-4540-BA16-09BFF778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B2AB41-1C2F-484C-81D6-396AC07D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ABC511-9C5C-4ACB-B3DA-C2CE89B0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959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E2667-48B0-405F-9047-A1A8686B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0588E9-F868-403C-9C33-28614E4BA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0C2DFF-EE46-431B-BC28-8CF6E8328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4C6CCE-9B57-4AC5-BE47-BE9E71FD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7F1A42-AA73-46A3-BF14-DD279FEE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375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501937-4589-446D-90CA-9A64C504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2248A3-35CF-4FDD-8AF1-C81BECFF4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BF85A0-07A7-4F3F-8776-C9C30AAD6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A49AE9-E616-4508-AB5F-6C40543CB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629185-53A9-4BC1-BD1C-078685BA7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B25FFD-5D53-431B-A2FD-2E00F612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53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700633-060B-419A-89B5-B236B728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7F6008-CAAB-403B-8640-FFD31D1A0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80390E-39C2-4F5D-9699-780C19637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F0EA07-1BF4-4EAB-85D3-460165242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67A24D-3E86-46E6-B790-7E9F870C1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34432E-99DC-4004-95D7-E3DF37643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D53D2A-5135-4EF9-AF78-998FA18F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32A0097-310C-4E61-BBB0-E1BAD190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47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26496-107C-4F27-B132-438EEDB5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2A8132-398A-4E50-9F4E-096C6B078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A3D792-9C0F-4A6C-9E93-DD1D8DB04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5998E9-6A54-4174-85D1-5B367C1A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56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159D20-93EA-48A3-AAEA-52F7E9C1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FB8FAE7-B6F1-4AE5-B287-9E6B93F9D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52E73-20E6-44B4-8F67-851272A4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03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20730-2396-4DEB-9DB4-C6FF92DB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EE336B-F909-4D02-867F-DE74FE363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0264F2-D95A-4343-A3E2-0CF86ED54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40F8B7-09AB-4B00-8B89-308B49C4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9C7798-76C1-4277-A0EC-79930AAA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D39062-6BE8-4ADF-A7A2-0827543C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75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CDFC2-924B-4A52-8818-78982E7E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11706B-69D6-4BE9-9E10-C10C6ECA6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44DCE6-5408-4AE2-AB45-82A729E2B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0D9B8E-FEEC-4846-8738-97BA2F3E9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C8169-CACF-430C-A107-0D0D3E7C3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71D47F-DC7B-428B-9969-A7120A05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80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703FD-D4E0-42F3-9218-2285C1423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031222-0B87-40CB-9479-A2D29382D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854BBC-54E8-412A-9982-29AD77F5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B8984-F58A-4D74-AD6C-35822F82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9A53B-EAC4-4F51-9C72-660BE7A7E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06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814C7B-7857-49A0-AA4F-29EE222C0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114004-1800-4633-8DE9-0844A840C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0B8C6F-86F9-4B1F-9894-6C8F8CEB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10D00-EBDD-46B5-B63D-F21270FD24FA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258515-DCAD-4DAA-B5D9-2542D52B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24404-60BF-4E76-9FB8-455E9FA1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17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55BF9F-B9C1-437B-AD00-4B928074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426B44-07EF-4B6E-A836-A7E5E654C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5CE6F-B4D1-4938-89E3-42AAF80AD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10D00-EBDD-46B5-B63D-F21270FD24FA}" type="datetimeFigureOut">
              <a:rPr lang="ko-KR" altLang="en-US" smtClean="0"/>
              <a:t>2026-06-20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993933-0ACD-4398-A9C9-AD37D9618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245DE3-23D7-400C-8B0C-164F3D0D1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FD80C-BDF0-4050-9762-47F525455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81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4683E-D106-492F-BA29-455085C2B5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CA69B5-7DCD-44ED-8EA1-FE5C530E7F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49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047214C-62BA-44B0-BCF7-CCD904860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360000"/>
            <a:ext cx="3888000" cy="2592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488FB7A-63F0-4FFB-AAC1-CC0B5381A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360000"/>
            <a:ext cx="3888000" cy="2592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4670AE9-2DE6-4412-9AC2-D8B8C7A766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3672000"/>
            <a:ext cx="3888000" cy="2592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CEC7B5C-8604-4EA3-8F1C-24FF7A110E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3672000"/>
            <a:ext cx="3888000" cy="2592000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353D658-D674-4E2F-95F6-0292EDD4CC7E}"/>
              </a:ext>
            </a:extLst>
          </p:cNvPr>
          <p:cNvCxnSpPr>
            <a:stCxn id="9" idx="2"/>
            <a:endCxn id="19" idx="0"/>
          </p:cNvCxnSpPr>
          <p:nvPr/>
        </p:nvCxnSpPr>
        <p:spPr>
          <a:xfrm>
            <a:off x="2664000" y="2952000"/>
            <a:ext cx="0" cy="72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04218C7-8030-4BED-AFEA-105E38F83E05}"/>
              </a:ext>
            </a:extLst>
          </p:cNvPr>
          <p:cNvCxnSpPr>
            <a:stCxn id="21" idx="0"/>
            <a:endCxn id="17" idx="2"/>
          </p:cNvCxnSpPr>
          <p:nvPr/>
        </p:nvCxnSpPr>
        <p:spPr>
          <a:xfrm flipV="1">
            <a:off x="7704000" y="2952000"/>
            <a:ext cx="0" cy="72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72183FB-4577-4C6A-952F-A0D691A6007E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4608000" y="4968000"/>
            <a:ext cx="1152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52E059A-CE34-4FB6-BBE5-ED3C69A9689D}"/>
              </a:ext>
            </a:extLst>
          </p:cNvPr>
          <p:cNvSpPr/>
          <p:nvPr/>
        </p:nvSpPr>
        <p:spPr>
          <a:xfrm>
            <a:off x="2342001" y="1397764"/>
            <a:ext cx="480997" cy="43947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CBE1B-4BCB-4E87-AD65-15F1161DE241}"/>
              </a:ext>
            </a:extLst>
          </p:cNvPr>
          <p:cNvSpPr txBox="1"/>
          <p:nvPr/>
        </p:nvSpPr>
        <p:spPr>
          <a:xfrm>
            <a:off x="2643380" y="3118267"/>
            <a:ext cx="1481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Probe building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C28370-B53F-42EC-B496-81EB8F86F466}"/>
              </a:ext>
            </a:extLst>
          </p:cNvPr>
          <p:cNvSpPr txBox="1"/>
          <p:nvPr/>
        </p:nvSpPr>
        <p:spPr>
          <a:xfrm>
            <a:off x="4653360" y="5044655"/>
            <a:ext cx="1061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SE(3)-GNN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80797C-6FFB-412F-8A04-569DFD2D484D}"/>
              </a:ext>
            </a:extLst>
          </p:cNvPr>
          <p:cNvSpPr txBox="1"/>
          <p:nvPr/>
        </p:nvSpPr>
        <p:spPr>
          <a:xfrm>
            <a:off x="7704000" y="3158111"/>
            <a:ext cx="1622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clustering 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578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98">
            <a:extLst>
              <a:ext uri="{FF2B5EF4-FFF2-40B4-BE49-F238E27FC236}">
                <a16:creationId xmlns:a16="http://schemas.microsoft.com/office/drawing/2014/main" id="{94B118C3-19E9-4DD5-A05C-74F0C2CDAFB0}"/>
              </a:ext>
            </a:extLst>
          </p:cNvPr>
          <p:cNvSpPr txBox="1"/>
          <p:nvPr/>
        </p:nvSpPr>
        <p:spPr>
          <a:xfrm>
            <a:off x="-1" y="0"/>
            <a:ext cx="2200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641F6A64-2042-E1FB-8505-168B7169AE38}"/>
              </a:ext>
            </a:extLst>
          </p:cNvPr>
          <p:cNvGrpSpPr/>
          <p:nvPr/>
        </p:nvGrpSpPr>
        <p:grpSpPr>
          <a:xfrm>
            <a:off x="2804043" y="482069"/>
            <a:ext cx="7263982" cy="6029218"/>
            <a:chOff x="2804043" y="482069"/>
            <a:chExt cx="7263982" cy="6029218"/>
          </a:xfrm>
        </p:grpSpPr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A9AC68F7-5FC5-4D23-A62D-DB5C5255B9AA}"/>
                </a:ext>
              </a:extLst>
            </p:cNvPr>
            <p:cNvCxnSpPr>
              <a:cxnSpLocks/>
              <a:stCxn id="81" idx="2"/>
            </p:cNvCxnSpPr>
            <p:nvPr/>
          </p:nvCxnSpPr>
          <p:spPr>
            <a:xfrm flipH="1">
              <a:off x="7324825" y="2700002"/>
              <a:ext cx="972439" cy="0"/>
            </a:xfrm>
            <a:prstGeom prst="straightConnector1">
              <a:avLst/>
            </a:prstGeom>
            <a:ln w="508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D166959A-FCBE-4676-9003-0390F1F9E2F4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V="1">
              <a:off x="8297265" y="1717200"/>
              <a:ext cx="0" cy="972000"/>
            </a:xfrm>
            <a:prstGeom prst="straightConnector1">
              <a:avLst/>
            </a:prstGeom>
            <a:ln w="5080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D1CA1134-B532-429E-A236-2ADE7FE76822}"/>
                </a:ext>
              </a:extLst>
            </p:cNvPr>
            <p:cNvCxnSpPr>
              <a:stCxn id="28" idx="6"/>
              <a:endCxn id="64" idx="2"/>
            </p:cNvCxnSpPr>
            <p:nvPr/>
          </p:nvCxnSpPr>
          <p:spPr>
            <a:xfrm flipH="1">
              <a:off x="2962800" y="3420001"/>
              <a:ext cx="720001" cy="0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667BF4C4-5B0C-4992-B557-7F77F0B03BE3}"/>
                </a:ext>
              </a:extLst>
            </p:cNvPr>
            <p:cNvCxnSpPr>
              <a:cxnSpLocks/>
              <a:stCxn id="31" idx="3"/>
              <a:endCxn id="60" idx="6"/>
            </p:cNvCxnSpPr>
            <p:nvPr/>
          </p:nvCxnSpPr>
          <p:spPr>
            <a:xfrm>
              <a:off x="4932000" y="4140001"/>
              <a:ext cx="720001" cy="0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E47DCE5D-7CEC-498B-B79E-E53CE5F1F53F}"/>
                </a:ext>
              </a:extLst>
            </p:cNvPr>
            <p:cNvCxnSpPr>
              <a:stCxn id="35" idx="3"/>
              <a:endCxn id="58" idx="7"/>
            </p:cNvCxnSpPr>
            <p:nvPr/>
          </p:nvCxnSpPr>
          <p:spPr>
            <a:xfrm flipV="1">
              <a:off x="5554800" y="1717200"/>
              <a:ext cx="360001" cy="622801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F802D5EB-DC75-4D14-911F-48A29944B6E7}"/>
                </a:ext>
              </a:extLst>
            </p:cNvPr>
            <p:cNvCxnSpPr>
              <a:stCxn id="23" idx="1"/>
              <a:endCxn id="28" idx="5"/>
            </p:cNvCxnSpPr>
            <p:nvPr/>
          </p:nvCxnSpPr>
          <p:spPr>
            <a:xfrm>
              <a:off x="3060000" y="3060000"/>
              <a:ext cx="622801" cy="360001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1783821A-CDDD-46A8-85FE-667ED7D77729}"/>
                </a:ext>
              </a:extLst>
            </p:cNvPr>
            <p:cNvCxnSpPr>
              <a:stCxn id="28" idx="3"/>
              <a:endCxn id="27" idx="7"/>
            </p:cNvCxnSpPr>
            <p:nvPr/>
          </p:nvCxnSpPr>
          <p:spPr>
            <a:xfrm flipV="1">
              <a:off x="3682800" y="3060000"/>
              <a:ext cx="622801" cy="36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7F077208-96CD-4474-B2AF-32FD5C3E9083}"/>
                </a:ext>
              </a:extLst>
            </p:cNvPr>
            <p:cNvCxnSpPr>
              <a:stCxn id="27" idx="4"/>
              <a:endCxn id="32" idx="0"/>
            </p:cNvCxnSpPr>
            <p:nvPr/>
          </p:nvCxnSpPr>
          <p:spPr>
            <a:xfrm flipV="1">
              <a:off x="4305601" y="2340000"/>
              <a:ext cx="0" cy="72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39D61E5B-5D6E-4FD8-9B14-561E50345F75}"/>
                </a:ext>
              </a:extLst>
            </p:cNvPr>
            <p:cNvCxnSpPr>
              <a:stCxn id="32" idx="3"/>
              <a:endCxn id="33" idx="7"/>
            </p:cNvCxnSpPr>
            <p:nvPr/>
          </p:nvCxnSpPr>
          <p:spPr>
            <a:xfrm flipV="1">
              <a:off x="4305600" y="1980000"/>
              <a:ext cx="626401" cy="36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F6D8B462-B05B-41E7-B06A-FD8E96C370B9}"/>
                </a:ext>
              </a:extLst>
            </p:cNvPr>
            <p:cNvCxnSpPr>
              <a:stCxn id="33" idx="4"/>
              <a:endCxn id="34" idx="0"/>
            </p:cNvCxnSpPr>
            <p:nvPr/>
          </p:nvCxnSpPr>
          <p:spPr>
            <a:xfrm flipV="1">
              <a:off x="4932001" y="1260000"/>
              <a:ext cx="0" cy="72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D58FF64D-FFC6-4D04-BE0C-FE4538B91633}"/>
                </a:ext>
              </a:extLst>
            </p:cNvPr>
            <p:cNvCxnSpPr>
              <a:stCxn id="35" idx="5"/>
              <a:endCxn id="33" idx="1"/>
            </p:cNvCxnSpPr>
            <p:nvPr/>
          </p:nvCxnSpPr>
          <p:spPr>
            <a:xfrm flipH="1" flipV="1">
              <a:off x="4932000" y="1980000"/>
              <a:ext cx="622801" cy="36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2BC5F65A-0B1D-4C82-BA9B-BBE576E1A755}"/>
                </a:ext>
              </a:extLst>
            </p:cNvPr>
            <p:cNvCxnSpPr>
              <a:stCxn id="29" idx="5"/>
              <a:endCxn id="27" idx="1"/>
            </p:cNvCxnSpPr>
            <p:nvPr/>
          </p:nvCxnSpPr>
          <p:spPr>
            <a:xfrm flipH="1" flipV="1">
              <a:off x="4305600" y="3060000"/>
              <a:ext cx="626401" cy="36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96B3CC97-21A4-4C11-88D7-BC62A01C0687}"/>
                </a:ext>
              </a:extLst>
            </p:cNvPr>
            <p:cNvCxnSpPr>
              <a:stCxn id="31" idx="4"/>
              <a:endCxn id="29" idx="0"/>
            </p:cNvCxnSpPr>
            <p:nvPr/>
          </p:nvCxnSpPr>
          <p:spPr>
            <a:xfrm flipV="1">
              <a:off x="4932001" y="3420000"/>
              <a:ext cx="0" cy="7200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F7086A2B-11C1-488B-969D-1E9DF7220A48}"/>
                </a:ext>
              </a:extLst>
            </p:cNvPr>
            <p:cNvCxnSpPr>
              <a:stCxn id="30" idx="7"/>
              <a:endCxn id="29" idx="3"/>
            </p:cNvCxnSpPr>
            <p:nvPr/>
          </p:nvCxnSpPr>
          <p:spPr>
            <a:xfrm flipH="1">
              <a:off x="4932000" y="3060000"/>
              <a:ext cx="622801" cy="360001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C32A1F00-BDAC-46E2-9A25-CEF3B437B46A}"/>
                </a:ext>
              </a:extLst>
            </p:cNvPr>
            <p:cNvSpPr/>
            <p:nvPr/>
          </p:nvSpPr>
          <p:spPr>
            <a:xfrm>
              <a:off x="4125600" y="2160000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ED8F4BB-1DB0-4A5A-BFB1-E5DF576B19EA}"/>
                </a:ext>
              </a:extLst>
            </p:cNvPr>
            <p:cNvSpPr/>
            <p:nvPr/>
          </p:nvSpPr>
          <p:spPr>
            <a:xfrm>
              <a:off x="2880000" y="2880000"/>
              <a:ext cx="360000" cy="36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DCF97B4-9C50-405C-84D2-4C8C0C6A07CB}"/>
                </a:ext>
              </a:extLst>
            </p:cNvPr>
            <p:cNvSpPr/>
            <p:nvPr/>
          </p:nvSpPr>
          <p:spPr>
            <a:xfrm>
              <a:off x="4752000" y="3240000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A8B6ECAD-6E13-47C3-B04B-D9E2C1BA918F}"/>
                </a:ext>
              </a:extLst>
            </p:cNvPr>
            <p:cNvSpPr/>
            <p:nvPr/>
          </p:nvSpPr>
          <p:spPr>
            <a:xfrm>
              <a:off x="4125600" y="2880000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2FFD59E-FFF4-4544-A0EA-74659451B10E}"/>
                </a:ext>
              </a:extLst>
            </p:cNvPr>
            <p:cNvSpPr/>
            <p:nvPr/>
          </p:nvSpPr>
          <p:spPr>
            <a:xfrm>
              <a:off x="4752000" y="1800000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4054DBB5-58FD-4BF1-AEC1-EB8D514EF502}"/>
                </a:ext>
              </a:extLst>
            </p:cNvPr>
            <p:cNvSpPr/>
            <p:nvPr/>
          </p:nvSpPr>
          <p:spPr>
            <a:xfrm>
              <a:off x="5374800" y="2880000"/>
              <a:ext cx="360000" cy="36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CF914D7E-3CE6-4449-944D-16696449779F}"/>
                </a:ext>
              </a:extLst>
            </p:cNvPr>
            <p:cNvSpPr/>
            <p:nvPr/>
          </p:nvSpPr>
          <p:spPr>
            <a:xfrm>
              <a:off x="3060000" y="306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4698B832-B13B-42EE-A70C-BEBB9F0F8DB9}"/>
                </a:ext>
              </a:extLst>
            </p:cNvPr>
            <p:cNvSpPr/>
            <p:nvPr/>
          </p:nvSpPr>
          <p:spPr>
            <a:xfrm>
              <a:off x="4305600" y="306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46B2293-2344-4E77-A8E7-DEF8A6846363}"/>
                </a:ext>
              </a:extLst>
            </p:cNvPr>
            <p:cNvSpPr/>
            <p:nvPr/>
          </p:nvSpPr>
          <p:spPr>
            <a:xfrm>
              <a:off x="3682800" y="342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122C561-D51F-42BC-9F4A-AB1490AF7CC2}"/>
                </a:ext>
              </a:extLst>
            </p:cNvPr>
            <p:cNvSpPr/>
            <p:nvPr/>
          </p:nvSpPr>
          <p:spPr>
            <a:xfrm>
              <a:off x="4932000" y="342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A6BB34C-1E6D-4F83-8811-2A2191E80721}"/>
                </a:ext>
              </a:extLst>
            </p:cNvPr>
            <p:cNvSpPr/>
            <p:nvPr/>
          </p:nvSpPr>
          <p:spPr>
            <a:xfrm>
              <a:off x="5554800" y="306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3976D4B1-3617-41C9-84D8-10BA40A8A23D}"/>
                </a:ext>
              </a:extLst>
            </p:cNvPr>
            <p:cNvSpPr/>
            <p:nvPr/>
          </p:nvSpPr>
          <p:spPr>
            <a:xfrm>
              <a:off x="4932000" y="414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BCC4380-4C61-414B-88CB-81AF388FEA72}"/>
                </a:ext>
              </a:extLst>
            </p:cNvPr>
            <p:cNvSpPr/>
            <p:nvPr/>
          </p:nvSpPr>
          <p:spPr>
            <a:xfrm>
              <a:off x="4305600" y="234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20C1D5C7-8DBB-4BDB-A475-DE36F2BC295C}"/>
                </a:ext>
              </a:extLst>
            </p:cNvPr>
            <p:cNvSpPr/>
            <p:nvPr/>
          </p:nvSpPr>
          <p:spPr>
            <a:xfrm>
              <a:off x="4932000" y="198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2A23661-FDE1-4BA6-B662-A645F04913DC}"/>
                </a:ext>
              </a:extLst>
            </p:cNvPr>
            <p:cNvSpPr/>
            <p:nvPr/>
          </p:nvSpPr>
          <p:spPr>
            <a:xfrm>
              <a:off x="4932000" y="126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71869CB2-5AFC-44D6-BD14-DB25C3AE17A5}"/>
                </a:ext>
              </a:extLst>
            </p:cNvPr>
            <p:cNvSpPr/>
            <p:nvPr/>
          </p:nvSpPr>
          <p:spPr>
            <a:xfrm>
              <a:off x="5554800" y="234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CDC9DC77-ADC4-41A2-A87E-43A3478188CC}"/>
                </a:ext>
              </a:extLst>
            </p:cNvPr>
            <p:cNvSpPr/>
            <p:nvPr/>
          </p:nvSpPr>
          <p:spPr>
            <a:xfrm>
              <a:off x="4518000" y="2566800"/>
              <a:ext cx="360000" cy="360000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FC56C38-FD72-4856-9D46-D288564C7139}"/>
                </a:ext>
              </a:extLst>
            </p:cNvPr>
            <p:cNvSpPr/>
            <p:nvPr/>
          </p:nvSpPr>
          <p:spPr>
            <a:xfrm>
              <a:off x="5043600" y="5472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2EB510F-CB12-448B-A844-1E17A468A54F}"/>
                </a:ext>
              </a:extLst>
            </p:cNvPr>
            <p:cNvSpPr/>
            <p:nvPr/>
          </p:nvSpPr>
          <p:spPr>
            <a:xfrm>
              <a:off x="3081600" y="38196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5F91436-FC90-4C92-A712-8F7832204CDD}"/>
                </a:ext>
              </a:extLst>
            </p:cNvPr>
            <p:cNvSpPr/>
            <p:nvPr/>
          </p:nvSpPr>
          <p:spPr>
            <a:xfrm>
              <a:off x="5050800" y="48492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28CD22D-BA2F-4B36-BB96-DD32ED4CECFC}"/>
                </a:ext>
              </a:extLst>
            </p:cNvPr>
            <p:cNvSpPr/>
            <p:nvPr/>
          </p:nvSpPr>
          <p:spPr>
            <a:xfrm>
              <a:off x="6206400" y="20304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DB5CCE2-3BB6-40FE-AAFD-042CF7BDAB2A}"/>
                </a:ext>
              </a:extLst>
            </p:cNvPr>
            <p:cNvSpPr/>
            <p:nvPr/>
          </p:nvSpPr>
          <p:spPr>
            <a:xfrm>
              <a:off x="3682800" y="414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94971FB-7281-40C0-B4DB-239ABEA44454}"/>
                </a:ext>
              </a:extLst>
            </p:cNvPr>
            <p:cNvSpPr/>
            <p:nvPr/>
          </p:nvSpPr>
          <p:spPr>
            <a:xfrm>
              <a:off x="4932000" y="486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E0887E1-D7E7-4B59-A642-74E171D8E735}"/>
                </a:ext>
              </a:extLst>
            </p:cNvPr>
            <p:cNvSpPr/>
            <p:nvPr/>
          </p:nvSpPr>
          <p:spPr>
            <a:xfrm>
              <a:off x="6177600" y="270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D87C255-2867-41B5-A347-D8A4262D9C93}"/>
                </a:ext>
              </a:extLst>
            </p:cNvPr>
            <p:cNvSpPr/>
            <p:nvPr/>
          </p:nvSpPr>
          <p:spPr>
            <a:xfrm>
              <a:off x="4932000" y="54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C846AB68-2CAE-4148-BB5C-E6EAA6787403}"/>
                </a:ext>
              </a:extLst>
            </p:cNvPr>
            <p:cNvCxnSpPr>
              <a:stCxn id="34" idx="4"/>
              <a:endCxn id="44" idx="0"/>
            </p:cNvCxnSpPr>
            <p:nvPr/>
          </p:nvCxnSpPr>
          <p:spPr>
            <a:xfrm flipV="1">
              <a:off x="4932001" y="540000"/>
              <a:ext cx="0" cy="720001"/>
            </a:xfrm>
            <a:prstGeom prst="straightConnector1">
              <a:avLst/>
            </a:prstGeom>
            <a:ln w="2540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7780980-6A39-44D0-876E-D0A912D6A25F}"/>
                </a:ext>
              </a:extLst>
            </p:cNvPr>
            <p:cNvCxnSpPr>
              <a:stCxn id="34" idx="4"/>
              <a:endCxn id="37" idx="7"/>
            </p:cNvCxnSpPr>
            <p:nvPr/>
          </p:nvCxnSpPr>
          <p:spPr>
            <a:xfrm flipV="1">
              <a:off x="4932001" y="547200"/>
              <a:ext cx="111600" cy="712801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D72FC7D6-C942-4478-B269-32B64910BE1F}"/>
                </a:ext>
              </a:extLst>
            </p:cNvPr>
            <p:cNvCxnSpPr>
              <a:stCxn id="35" idx="3"/>
              <a:endCxn id="40" idx="7"/>
            </p:cNvCxnSpPr>
            <p:nvPr/>
          </p:nvCxnSpPr>
          <p:spPr>
            <a:xfrm flipV="1">
              <a:off x="5554800" y="2030400"/>
              <a:ext cx="651601" cy="309601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C5607C8F-EA5A-4E5F-8475-D784F6BEC175}"/>
                </a:ext>
              </a:extLst>
            </p:cNvPr>
            <p:cNvCxnSpPr>
              <a:cxnSpLocks/>
            </p:cNvCxnSpPr>
            <p:nvPr/>
          </p:nvCxnSpPr>
          <p:spPr>
            <a:xfrm>
              <a:off x="5554800" y="2340000"/>
              <a:ext cx="622801" cy="360001"/>
            </a:xfrm>
            <a:prstGeom prst="straightConnector1">
              <a:avLst/>
            </a:prstGeom>
            <a:ln w="2540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CE3B5848-FBC3-4061-9EBD-0A55F25913C8}"/>
                </a:ext>
              </a:extLst>
            </p:cNvPr>
            <p:cNvCxnSpPr>
              <a:stCxn id="31" idx="0"/>
              <a:endCxn id="42" idx="4"/>
            </p:cNvCxnSpPr>
            <p:nvPr/>
          </p:nvCxnSpPr>
          <p:spPr>
            <a:xfrm>
              <a:off x="4932001" y="4140000"/>
              <a:ext cx="0" cy="720001"/>
            </a:xfrm>
            <a:prstGeom prst="straightConnector1">
              <a:avLst/>
            </a:prstGeom>
            <a:ln w="2540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761217EE-927A-4873-88EC-722D966E3E53}"/>
                </a:ext>
              </a:extLst>
            </p:cNvPr>
            <p:cNvCxnSpPr>
              <a:stCxn id="31" idx="1"/>
              <a:endCxn id="39" idx="5"/>
            </p:cNvCxnSpPr>
            <p:nvPr/>
          </p:nvCxnSpPr>
          <p:spPr>
            <a:xfrm>
              <a:off x="4932000" y="4140000"/>
              <a:ext cx="118801" cy="709201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096E8C97-8ECB-4417-A44E-8E7692A7B7C7}"/>
                </a:ext>
              </a:extLst>
            </p:cNvPr>
            <p:cNvCxnSpPr>
              <a:stCxn id="28" idx="7"/>
              <a:endCxn id="38" idx="3"/>
            </p:cNvCxnSpPr>
            <p:nvPr/>
          </p:nvCxnSpPr>
          <p:spPr>
            <a:xfrm flipH="1">
              <a:off x="3081600" y="3420000"/>
              <a:ext cx="601201" cy="399601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D09F8FE3-49F4-4A81-913F-EB091BA7AC5F}"/>
                </a:ext>
              </a:extLst>
            </p:cNvPr>
            <p:cNvCxnSpPr>
              <a:stCxn id="28" idx="0"/>
              <a:endCxn id="41" idx="4"/>
            </p:cNvCxnSpPr>
            <p:nvPr/>
          </p:nvCxnSpPr>
          <p:spPr>
            <a:xfrm>
              <a:off x="3682801" y="3420000"/>
              <a:ext cx="0" cy="720001"/>
            </a:xfrm>
            <a:prstGeom prst="straightConnector1">
              <a:avLst/>
            </a:prstGeom>
            <a:ln w="2540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00BBBECC-A4B4-4A9F-859F-39699D769958}"/>
                </a:ext>
              </a:extLst>
            </p:cNvPr>
            <p:cNvSpPr/>
            <p:nvPr/>
          </p:nvSpPr>
          <p:spPr>
            <a:xfrm>
              <a:off x="5374800" y="2160000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E828A7C3-6BEE-4748-9BFD-6415E5FB8733}"/>
                </a:ext>
              </a:extLst>
            </p:cNvPr>
            <p:cNvSpPr/>
            <p:nvPr/>
          </p:nvSpPr>
          <p:spPr>
            <a:xfrm>
              <a:off x="3502800" y="3240000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FF00FF"/>
                  </a:solidFill>
                </a:ln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C51CA524-E137-4C64-8EE2-E2FE20FD9B23}"/>
                </a:ext>
              </a:extLst>
            </p:cNvPr>
            <p:cNvSpPr/>
            <p:nvPr/>
          </p:nvSpPr>
          <p:spPr>
            <a:xfrm>
              <a:off x="4752000" y="3960000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F5A7F796-451C-48CC-BCBA-3983B1DC162A}"/>
                </a:ext>
              </a:extLst>
            </p:cNvPr>
            <p:cNvSpPr/>
            <p:nvPr/>
          </p:nvSpPr>
          <p:spPr>
            <a:xfrm>
              <a:off x="5652000" y="126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C6C104F6-A5C9-4CD5-AB97-A8CF8E7D898E}"/>
                </a:ext>
              </a:extLst>
            </p:cNvPr>
            <p:cNvCxnSpPr>
              <a:stCxn id="34" idx="2"/>
              <a:endCxn id="54" idx="6"/>
            </p:cNvCxnSpPr>
            <p:nvPr/>
          </p:nvCxnSpPr>
          <p:spPr>
            <a:xfrm>
              <a:off x="4932000" y="1260001"/>
              <a:ext cx="720001" cy="0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83F01DB-E67F-4B01-8F3A-DE86CA4FE74C}"/>
                </a:ext>
              </a:extLst>
            </p:cNvPr>
            <p:cNvSpPr/>
            <p:nvPr/>
          </p:nvSpPr>
          <p:spPr>
            <a:xfrm>
              <a:off x="4752000" y="1080000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F03F7600-544B-45C5-8A6E-83397665B8CF}"/>
                </a:ext>
              </a:extLst>
            </p:cNvPr>
            <p:cNvSpPr/>
            <p:nvPr/>
          </p:nvSpPr>
          <p:spPr>
            <a:xfrm>
              <a:off x="5914800" y="17172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0BCE2115-0B4C-4CF7-B0C8-01AC313D9773}"/>
                </a:ext>
              </a:extLst>
            </p:cNvPr>
            <p:cNvSpPr/>
            <p:nvPr/>
          </p:nvSpPr>
          <p:spPr>
            <a:xfrm>
              <a:off x="5652000" y="414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879CB056-9C1E-49C9-85E4-736A269D0307}"/>
                </a:ext>
              </a:extLst>
            </p:cNvPr>
            <p:cNvSpPr/>
            <p:nvPr/>
          </p:nvSpPr>
          <p:spPr>
            <a:xfrm>
              <a:off x="2962800" y="3420000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DC12A9DD-F9D1-48D6-92E9-E60B93EDE718}"/>
                </a:ext>
              </a:extLst>
            </p:cNvPr>
            <p:cNvCxnSpPr/>
            <p:nvPr/>
          </p:nvCxnSpPr>
          <p:spPr>
            <a:xfrm>
              <a:off x="2804043" y="5243835"/>
              <a:ext cx="360000" cy="0"/>
            </a:xfrm>
            <a:prstGeom prst="straightConnector1">
              <a:avLst/>
            </a:prstGeom>
            <a:ln w="2540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39119834-887C-4ED9-9DCA-D48AB5DAE939}"/>
                </a:ext>
              </a:extLst>
            </p:cNvPr>
            <p:cNvCxnSpPr/>
            <p:nvPr/>
          </p:nvCxnSpPr>
          <p:spPr>
            <a:xfrm>
              <a:off x="2804043" y="5605200"/>
              <a:ext cx="360000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E562AE5E-F0DE-4BF4-BA2F-4D7A9EBB2B92}"/>
                </a:ext>
              </a:extLst>
            </p:cNvPr>
            <p:cNvCxnSpPr/>
            <p:nvPr/>
          </p:nvCxnSpPr>
          <p:spPr>
            <a:xfrm>
              <a:off x="2804043" y="5965200"/>
              <a:ext cx="360000" cy="0"/>
            </a:xfrm>
            <a:prstGeom prst="straightConnector1">
              <a:avLst/>
            </a:prstGeom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D3FC2CE7-136F-46DE-A305-E3DB773D7452}"/>
                    </a:ext>
                  </a:extLst>
                </p:cNvPr>
                <p:cNvSpPr/>
                <p:nvPr/>
              </p:nvSpPr>
              <p:spPr>
                <a:xfrm>
                  <a:off x="3128043" y="5000400"/>
                  <a:ext cx="5760000" cy="461665"/>
                </a:xfrm>
                <a:prstGeom prst="rect">
                  <a:avLst/>
                </a:prstGeom>
              </p:spPr>
              <p:txBody>
                <a:bodyPr wrap="square" anchor="t">
                  <a:spAutoFit/>
                </a:bodyPr>
                <a:lstStyle/>
                <a:p>
                  <a:r>
                    <a:rPr lang="en-US" altLang="ko-KR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First axis</a:t>
                  </a:r>
                  <a:r>
                    <a:rPr lang="ko-KR" altLang="en-US" sz="2000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altLang="ko-KR" sz="2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D3FC2CE7-136F-46DE-A305-E3DB773D74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043" y="5000400"/>
                  <a:ext cx="5760000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1376" t="-2632" b="-2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E4E59644-1371-41D7-ADAF-691392D70FE5}"/>
                    </a:ext>
                  </a:extLst>
                </p:cNvPr>
                <p:cNvSpPr/>
                <p:nvPr/>
              </p:nvSpPr>
              <p:spPr>
                <a:xfrm>
                  <a:off x="3128400" y="5720400"/>
                  <a:ext cx="2083327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Second axis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endParaRPr lang="ko-KR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E4E59644-1371-41D7-ADAF-691392D70F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400" y="5720400"/>
                  <a:ext cx="2083327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3801" t="-8451" r="-3509" b="-281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88DB50B3-9493-4FBF-B83C-5BFB3C371DAB}"/>
                    </a:ext>
                  </a:extLst>
                </p:cNvPr>
                <p:cNvSpPr/>
                <p:nvPr/>
              </p:nvSpPr>
              <p:spPr>
                <a:xfrm>
                  <a:off x="3128043" y="5360400"/>
                  <a:ext cx="2723823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Auxiliary direction (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</m:acc>
                    </m:oMath>
                  </a14:m>
                  <a:r>
                    <a:rPr lang="en-US" altLang="ko-KR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)</a:t>
                  </a:r>
                  <a:endParaRPr lang="ko-KR" altLang="en-US" sz="2200" dirty="0"/>
                </a:p>
              </p:txBody>
            </p:sp>
          </mc:Choice>
          <mc:Fallback xmlns="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88DB50B3-9493-4FBF-B83C-5BFB3C371D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043" y="5360400"/>
                  <a:ext cx="2723823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2908" t="-8451" r="-6264" b="-281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정육면체 6">
              <a:extLst>
                <a:ext uri="{FF2B5EF4-FFF2-40B4-BE49-F238E27FC236}">
                  <a16:creationId xmlns:a16="http://schemas.microsoft.com/office/drawing/2014/main" id="{1CBE073E-467E-45BE-B33A-FD0D31B9C24E}"/>
                </a:ext>
              </a:extLst>
            </p:cNvPr>
            <p:cNvSpPr/>
            <p:nvPr/>
          </p:nvSpPr>
          <p:spPr>
            <a:xfrm>
              <a:off x="7037263" y="1440000"/>
              <a:ext cx="2520000" cy="2520000"/>
            </a:xfrm>
            <a:prstGeom prst="cub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정육면체 64">
              <a:extLst>
                <a:ext uri="{FF2B5EF4-FFF2-40B4-BE49-F238E27FC236}">
                  <a16:creationId xmlns:a16="http://schemas.microsoft.com/office/drawing/2014/main" id="{38C45568-784C-4C94-AB1C-1E28932B47A2}"/>
                </a:ext>
              </a:extLst>
            </p:cNvPr>
            <p:cNvSpPr/>
            <p:nvPr/>
          </p:nvSpPr>
          <p:spPr>
            <a:xfrm rot="10800000">
              <a:off x="7037264" y="1440001"/>
              <a:ext cx="2520000" cy="2520000"/>
            </a:xfrm>
            <a:prstGeom prst="cube">
              <a:avLst/>
            </a:prstGeom>
            <a:noFill/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64EBDC4A-D110-48D9-A8BC-DEB1F6B07AFA}"/>
                </a:ext>
              </a:extLst>
            </p:cNvPr>
            <p:cNvSpPr/>
            <p:nvPr/>
          </p:nvSpPr>
          <p:spPr>
            <a:xfrm>
              <a:off x="6857263" y="1891458"/>
              <a:ext cx="360000" cy="360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44CED54A-3A85-4B41-A985-274A17464D55}"/>
                </a:ext>
              </a:extLst>
            </p:cNvPr>
            <p:cNvSpPr/>
            <p:nvPr/>
          </p:nvSpPr>
          <p:spPr>
            <a:xfrm>
              <a:off x="8747977" y="1891458"/>
              <a:ext cx="360000" cy="360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783826E9-D44D-4236-B978-AB21AFB32D21}"/>
                </a:ext>
              </a:extLst>
            </p:cNvPr>
            <p:cNvSpPr/>
            <p:nvPr/>
          </p:nvSpPr>
          <p:spPr>
            <a:xfrm>
              <a:off x="7486771" y="1260000"/>
              <a:ext cx="360000" cy="360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F44269E6-2C2F-40FE-842D-15111CB72AEE}"/>
                </a:ext>
              </a:extLst>
            </p:cNvPr>
            <p:cNvSpPr/>
            <p:nvPr/>
          </p:nvSpPr>
          <p:spPr>
            <a:xfrm>
              <a:off x="9375860" y="1260747"/>
              <a:ext cx="360000" cy="360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A1C9400B-AEFD-4D79-802B-74A5B21AAEA4}"/>
                </a:ext>
              </a:extLst>
            </p:cNvPr>
            <p:cNvSpPr/>
            <p:nvPr/>
          </p:nvSpPr>
          <p:spPr>
            <a:xfrm>
              <a:off x="8297264" y="2700001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ED6987BE-F71F-45BF-BF89-35CD5150EF77}"/>
                </a:ext>
              </a:extLst>
            </p:cNvPr>
            <p:cNvSpPr/>
            <p:nvPr/>
          </p:nvSpPr>
          <p:spPr>
            <a:xfrm>
              <a:off x="8297264" y="1980001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C5D03648-E195-4095-A0CB-732C93AB1837}"/>
                </a:ext>
              </a:extLst>
            </p:cNvPr>
            <p:cNvSpPr/>
            <p:nvPr/>
          </p:nvSpPr>
          <p:spPr>
            <a:xfrm>
              <a:off x="9017264" y="2700001"/>
              <a:ext cx="0" cy="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0A21F9F1-1070-42F0-9E7D-B2196EDE0F9A}"/>
                </a:ext>
              </a:extLst>
            </p:cNvPr>
            <p:cNvCxnSpPr>
              <a:cxnSpLocks/>
            </p:cNvCxnSpPr>
            <p:nvPr/>
          </p:nvCxnSpPr>
          <p:spPr>
            <a:xfrm rot="8100000">
              <a:off x="7680325" y="2953610"/>
              <a:ext cx="720000" cy="0"/>
            </a:xfrm>
            <a:prstGeom prst="straightConnector1">
              <a:avLst/>
            </a:prstGeom>
            <a:ln w="508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6F5AB0E4-26E5-4B6E-8CBF-71FBC50654D4}"/>
                </a:ext>
              </a:extLst>
            </p:cNvPr>
            <p:cNvSpPr/>
            <p:nvPr/>
          </p:nvSpPr>
          <p:spPr>
            <a:xfrm>
              <a:off x="8117263" y="2520000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D3F371B4-AEDE-4D9A-B090-3A508C4272F9}"/>
                    </a:ext>
                  </a:extLst>
                </p:cNvPr>
                <p:cNvSpPr/>
                <p:nvPr/>
              </p:nvSpPr>
              <p:spPr>
                <a:xfrm>
                  <a:off x="7616818" y="2328290"/>
                  <a:ext cx="50039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D3F371B4-AEDE-4D9A-B090-3A508C4272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818" y="2328290"/>
                  <a:ext cx="500393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3279" r="-120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854D7368-678B-45FD-B54B-CCE6939F18B4}"/>
                    </a:ext>
                  </a:extLst>
                </p:cNvPr>
                <p:cNvSpPr/>
                <p:nvPr/>
              </p:nvSpPr>
              <p:spPr>
                <a:xfrm>
                  <a:off x="8066263" y="1400022"/>
                  <a:ext cx="495071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854D7368-678B-45FD-B54B-CCE6939F18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6263" y="1400022"/>
                  <a:ext cx="495071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3333" r="-13580" b="-1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55D00B65-343D-4388-8B81-1DF44A58CDF1}"/>
                    </a:ext>
                  </a:extLst>
                </p:cNvPr>
                <p:cNvSpPr/>
                <p:nvPr/>
              </p:nvSpPr>
              <p:spPr>
                <a:xfrm>
                  <a:off x="7918323" y="2903869"/>
                  <a:ext cx="50039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55D00B65-343D-4388-8B81-1DF44A58CD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8323" y="2903869"/>
                  <a:ext cx="500393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3279" r="-12195" b="-16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26708A38-2597-4395-A1A5-22B99D52F1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37263" y="3979050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>
              <a:extLst>
                <a:ext uri="{FF2B5EF4-FFF2-40B4-BE49-F238E27FC236}">
                  <a16:creationId xmlns:a16="http://schemas.microsoft.com/office/drawing/2014/main" id="{6529AE15-F55F-47F7-BBAC-D3FB00C959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5640" y="3979050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4F82A176-212D-43BC-95B6-0301396BA713}"/>
                </a:ext>
              </a:extLst>
            </p:cNvPr>
            <p:cNvCxnSpPr>
              <a:cxnSpLocks/>
            </p:cNvCxnSpPr>
            <p:nvPr/>
          </p:nvCxnSpPr>
          <p:spPr>
            <a:xfrm>
              <a:off x="7051978" y="4089992"/>
              <a:ext cx="184699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A9AF33BC-F9DE-4C7A-91EE-76B1186B6639}"/>
                </a:ext>
              </a:extLst>
            </p:cNvPr>
            <p:cNvSpPr/>
            <p:nvPr/>
          </p:nvSpPr>
          <p:spPr>
            <a:xfrm>
              <a:off x="7656492" y="4089991"/>
              <a:ext cx="6399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4.5Å</a:t>
              </a:r>
              <a:endParaRPr lang="ko-KR" altLang="en-US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BEC1C69-669C-4202-8C29-4C10F5479D58}"/>
                </a:ext>
              </a:extLst>
            </p:cNvPr>
            <p:cNvSpPr txBox="1"/>
            <p:nvPr/>
          </p:nvSpPr>
          <p:spPr>
            <a:xfrm>
              <a:off x="2832675" y="482069"/>
              <a:ext cx="72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133AB3B1-3B2E-4900-B257-2A413CCB2CE5}"/>
                </a:ext>
              </a:extLst>
            </p:cNvPr>
            <p:cNvSpPr txBox="1"/>
            <p:nvPr/>
          </p:nvSpPr>
          <p:spPr>
            <a:xfrm>
              <a:off x="6830934" y="482069"/>
              <a:ext cx="72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D4AC0C6F-A2E9-414A-8D70-8D7940FE1008}"/>
                </a:ext>
              </a:extLst>
            </p:cNvPr>
            <p:cNvSpPr/>
            <p:nvPr/>
          </p:nvSpPr>
          <p:spPr>
            <a:xfrm>
              <a:off x="7181263" y="5000400"/>
              <a:ext cx="2886762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Probe-ineligible atom</a:t>
              </a: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7FAADF43-7E92-49BE-81A2-F16BC8A096B9}"/>
                </a:ext>
              </a:extLst>
            </p:cNvPr>
            <p:cNvSpPr/>
            <p:nvPr/>
          </p:nvSpPr>
          <p:spPr>
            <a:xfrm>
              <a:off x="7181263" y="5360400"/>
              <a:ext cx="2419252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Probe-eligible atom</a:t>
              </a:r>
              <a:endParaRPr lang="ko-KR" altLang="en-US" sz="2200" dirty="0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C7E3B68C-E1C8-4865-AE1E-6D690013E42E}"/>
                </a:ext>
              </a:extLst>
            </p:cNvPr>
            <p:cNvSpPr/>
            <p:nvPr/>
          </p:nvSpPr>
          <p:spPr>
            <a:xfrm>
              <a:off x="6920934" y="5104800"/>
              <a:ext cx="252000" cy="252000"/>
            </a:xfrm>
            <a:prstGeom prst="ellipse">
              <a:avLst/>
            </a:prstGeom>
            <a:solidFill>
              <a:schemeClr val="tx1"/>
            </a:solidFill>
            <a:ln w="2540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0F7D71E2-B736-43FB-8D3A-CEC28DB29DC5}"/>
                </a:ext>
              </a:extLst>
            </p:cNvPr>
            <p:cNvSpPr/>
            <p:nvPr/>
          </p:nvSpPr>
          <p:spPr>
            <a:xfrm>
              <a:off x="6911263" y="5477835"/>
              <a:ext cx="252000" cy="252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83D6816-E70B-5895-53CB-A5B7FB5FC902}"/>
                </a:ext>
              </a:extLst>
            </p:cNvPr>
            <p:cNvSpPr/>
            <p:nvPr/>
          </p:nvSpPr>
          <p:spPr>
            <a:xfrm>
              <a:off x="6922800" y="5824800"/>
              <a:ext cx="252000" cy="252000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646656C2-1FAC-2693-87D6-A99CF208AC0D}"/>
                </a:ext>
              </a:extLst>
            </p:cNvPr>
            <p:cNvSpPr/>
            <p:nvPr/>
          </p:nvSpPr>
          <p:spPr>
            <a:xfrm>
              <a:off x="6922800" y="6184800"/>
              <a:ext cx="252000" cy="252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1C44DEE7-1FE6-45F8-1356-57AE4A40C6D1}"/>
                </a:ext>
              </a:extLst>
            </p:cNvPr>
            <p:cNvCxnSpPr/>
            <p:nvPr/>
          </p:nvCxnSpPr>
          <p:spPr>
            <a:xfrm>
              <a:off x="2804400" y="6325200"/>
              <a:ext cx="360000" cy="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42976F15-EA84-9B4D-C9C5-4E7B85B6DF2A}"/>
                    </a:ext>
                  </a:extLst>
                </p:cNvPr>
                <p:cNvSpPr/>
                <p:nvPr/>
              </p:nvSpPr>
              <p:spPr>
                <a:xfrm>
                  <a:off x="3128400" y="6080400"/>
                  <a:ext cx="3028393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Third axis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endParaRPr lang="ko-KR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42976F15-EA84-9B4D-C9C5-4E7B85B6DF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400" y="6080400"/>
                  <a:ext cx="3028393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2616" t="-8451" r="-2012" b="-281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5DAC5B14-953E-3115-8DE7-169CC587FF0C}"/>
                </a:ext>
              </a:extLst>
            </p:cNvPr>
            <p:cNvSpPr/>
            <p:nvPr/>
          </p:nvSpPr>
          <p:spPr>
            <a:xfrm>
              <a:off x="7182000" y="5720400"/>
              <a:ext cx="2087431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2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Residue centroid</a:t>
              </a:r>
              <a:endParaRPr lang="ko-KR" altLang="en-US" sz="2200" dirty="0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F8104EE5-C67A-F8ED-F20E-82C1361FBF6C}"/>
                </a:ext>
              </a:extLst>
            </p:cNvPr>
            <p:cNvSpPr/>
            <p:nvPr/>
          </p:nvSpPr>
          <p:spPr>
            <a:xfrm>
              <a:off x="7182000" y="6080400"/>
              <a:ext cx="843501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Probe</a:t>
              </a:r>
              <a:endParaRPr lang="ko-KR" alt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92637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7461D90-EF58-4D9F-8D43-462E26FCD8D8}"/>
              </a:ext>
            </a:extLst>
          </p:cNvPr>
          <p:cNvSpPr txBox="1"/>
          <p:nvPr/>
        </p:nvSpPr>
        <p:spPr>
          <a:xfrm>
            <a:off x="3420000" y="1980000"/>
            <a:ext cx="2880000" cy="180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module</a:t>
            </a: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4A6E0-B2ED-4F2F-8A18-D00923920042}"/>
              </a:ext>
            </a:extLst>
          </p:cNvPr>
          <p:cNvSpPr txBox="1"/>
          <p:nvPr/>
        </p:nvSpPr>
        <p:spPr>
          <a:xfrm>
            <a:off x="2880000" y="360000"/>
            <a:ext cx="180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features</a:t>
            </a:r>
          </a:p>
        </p:txBody>
      </p:sp>
      <p:sp>
        <p:nvSpPr>
          <p:cNvPr id="4" name="순서도: 데이터 3">
            <a:extLst>
              <a:ext uri="{FF2B5EF4-FFF2-40B4-BE49-F238E27FC236}">
                <a16:creationId xmlns:a16="http://schemas.microsoft.com/office/drawing/2014/main" id="{A54D33CD-7889-4F0A-959E-C8348EEE1114}"/>
              </a:ext>
            </a:extLst>
          </p:cNvPr>
          <p:cNvSpPr/>
          <p:nvPr/>
        </p:nvSpPr>
        <p:spPr>
          <a:xfrm>
            <a:off x="3600000" y="-720000"/>
            <a:ext cx="2520000" cy="720000"/>
          </a:xfrm>
          <a:prstGeom prst="flowChartInputOutp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structure</a:t>
            </a:r>
            <a:endParaRPr lang="ko-KR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E1AD2D-7AE7-4355-8A15-F960F5911490}"/>
              </a:ext>
            </a:extLst>
          </p:cNvPr>
          <p:cNvSpPr txBox="1"/>
          <p:nvPr/>
        </p:nvSpPr>
        <p:spPr>
          <a:xfrm>
            <a:off x="2880000" y="900000"/>
            <a:ext cx="1800000" cy="72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 type Embedding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1330AB-F6FC-45CD-92F7-0A924E29B9BF}"/>
              </a:ext>
            </a:extLst>
          </p:cNvPr>
          <p:cNvSpPr txBox="1"/>
          <p:nvPr/>
        </p:nvSpPr>
        <p:spPr>
          <a:xfrm>
            <a:off x="3600000" y="3240000"/>
            <a:ext cx="252000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ConvSE3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E4E188-76FA-4FF2-B61B-A91EF64B5509}"/>
              </a:ext>
            </a:extLst>
          </p:cNvPr>
          <p:cNvSpPr txBox="1"/>
          <p:nvPr/>
        </p:nvSpPr>
        <p:spPr>
          <a:xfrm>
            <a:off x="2160000" y="5220000"/>
            <a:ext cx="25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Displacement vector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5B9612-BF5A-4BF7-BE97-E55982DF37CB}"/>
              </a:ext>
            </a:extLst>
          </p:cNvPr>
          <p:cNvSpPr txBox="1"/>
          <p:nvPr/>
        </p:nvSpPr>
        <p:spPr>
          <a:xfrm>
            <a:off x="5040000" y="5220000"/>
            <a:ext cx="25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Probability-like score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2719D3-209A-4FB2-A703-4A2FBAB25B11}"/>
              </a:ext>
            </a:extLst>
          </p:cNvPr>
          <p:cNvSpPr txBox="1"/>
          <p:nvPr/>
        </p:nvSpPr>
        <p:spPr>
          <a:xfrm>
            <a:off x="5040000" y="360000"/>
            <a:ext cx="180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features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30F2A5-A80C-4919-B3D3-F6D85CB324FD}"/>
              </a:ext>
            </a:extLst>
          </p:cNvPr>
          <p:cNvSpPr txBox="1"/>
          <p:nvPr/>
        </p:nvSpPr>
        <p:spPr>
          <a:xfrm>
            <a:off x="3420000" y="3960000"/>
            <a:ext cx="2880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module</a:t>
            </a: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D619B9-A0FE-4E20-B5C4-2F1612C4DEB6}"/>
              </a:ext>
            </a:extLst>
          </p:cNvPr>
          <p:cNvSpPr txBox="1"/>
          <p:nvPr/>
        </p:nvSpPr>
        <p:spPr>
          <a:xfrm>
            <a:off x="3600000" y="2340000"/>
            <a:ext cx="252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SE(3)-Transformer</a:t>
            </a:r>
          </a:p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BEF97F-9A5E-4FC8-BB6E-E34AA58F610B}"/>
              </a:ext>
            </a:extLst>
          </p:cNvPr>
          <p:cNvSpPr txBox="1"/>
          <p:nvPr/>
        </p:nvSpPr>
        <p:spPr>
          <a:xfrm>
            <a:off x="3600000" y="4356000"/>
            <a:ext cx="252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linear blocks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9BB12F-0328-4FE7-917A-14B92E991677}"/>
              </a:ext>
            </a:extLst>
          </p:cNvPr>
          <p:cNvSpPr txBox="1"/>
          <p:nvPr/>
        </p:nvSpPr>
        <p:spPr>
          <a:xfrm>
            <a:off x="5040000" y="5760000"/>
            <a:ext cx="25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entropy loss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6D4B76-089E-44DA-9193-86C43B6F79A3}"/>
              </a:ext>
            </a:extLst>
          </p:cNvPr>
          <p:cNvSpPr txBox="1"/>
          <p:nvPr/>
        </p:nvSpPr>
        <p:spPr>
          <a:xfrm>
            <a:off x="2160000" y="5755334"/>
            <a:ext cx="252000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RMSD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AD18ED39-C544-4861-BBA1-15A6DA634658}"/>
              </a:ext>
            </a:extLst>
          </p:cNvPr>
          <p:cNvCxnSpPr>
            <a:stCxn id="4" idx="3"/>
            <a:endCxn id="3" idx="0"/>
          </p:cNvCxnSpPr>
          <p:nvPr/>
        </p:nvCxnSpPr>
        <p:spPr>
          <a:xfrm rot="5400000">
            <a:off x="4014000" y="-234000"/>
            <a:ext cx="360000" cy="82800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9EC9C888-D015-46F3-95D7-466CE2C6D5B1}"/>
              </a:ext>
            </a:extLst>
          </p:cNvPr>
          <p:cNvCxnSpPr>
            <a:stCxn id="4" idx="4"/>
            <a:endCxn id="28" idx="0"/>
          </p:cNvCxnSpPr>
          <p:nvPr/>
        </p:nvCxnSpPr>
        <p:spPr>
          <a:xfrm rot="16200000" flipH="1">
            <a:off x="5220000" y="-360000"/>
            <a:ext cx="360000" cy="108000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D9010C5-420C-4464-93F2-2E0619F6A715}"/>
              </a:ext>
            </a:extLst>
          </p:cNvPr>
          <p:cNvCxnSpPr>
            <a:stCxn id="3" idx="2"/>
            <a:endCxn id="12" idx="0"/>
          </p:cNvCxnSpPr>
          <p:nvPr/>
        </p:nvCxnSpPr>
        <p:spPr>
          <a:xfrm>
            <a:off x="3780000" y="720000"/>
            <a:ext cx="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65748E2C-5E9E-4BF3-9CD8-E00A586D66EF}"/>
              </a:ext>
            </a:extLst>
          </p:cNvPr>
          <p:cNvCxnSpPr>
            <a:stCxn id="28" idx="2"/>
            <a:endCxn id="27" idx="0"/>
          </p:cNvCxnSpPr>
          <p:nvPr/>
        </p:nvCxnSpPr>
        <p:spPr>
          <a:xfrm rot="5400000">
            <a:off x="4770000" y="810000"/>
            <a:ext cx="1260000" cy="1080000"/>
          </a:xfrm>
          <a:prstGeom prst="bentConnector3">
            <a:avLst>
              <a:gd name="adj1" fmla="val 8574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0F726B9-F9CD-45B2-89FD-E6DB5CA84416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 rot="16200000" flipH="1">
            <a:off x="4140000" y="1260000"/>
            <a:ext cx="360000" cy="108000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38B42463-4C5E-4943-8D52-EE90B89E0F09}"/>
              </a:ext>
            </a:extLst>
          </p:cNvPr>
          <p:cNvCxnSpPr>
            <a:stCxn id="34" idx="2"/>
            <a:endCxn id="21" idx="0"/>
          </p:cNvCxnSpPr>
          <p:nvPr/>
        </p:nvCxnSpPr>
        <p:spPr>
          <a:xfrm>
            <a:off x="4860000" y="3060000"/>
            <a:ext cx="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DF456733-5EB8-463B-AAD9-0B063CDFAF3F}"/>
              </a:ext>
            </a:extLst>
          </p:cNvPr>
          <p:cNvCxnSpPr>
            <a:stCxn id="27" idx="2"/>
            <a:endCxn id="30" idx="0"/>
          </p:cNvCxnSpPr>
          <p:nvPr/>
        </p:nvCxnSpPr>
        <p:spPr>
          <a:xfrm>
            <a:off x="4860000" y="3780000"/>
            <a:ext cx="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79C4018-9298-459E-90F8-9C3CA9D0C38F}"/>
              </a:ext>
            </a:extLst>
          </p:cNvPr>
          <p:cNvGrpSpPr/>
          <p:nvPr/>
        </p:nvGrpSpPr>
        <p:grpSpPr>
          <a:xfrm>
            <a:off x="6719356" y="888573"/>
            <a:ext cx="2880000" cy="1800000"/>
            <a:chOff x="7199999" y="540000"/>
            <a:chExt cx="2880000" cy="18000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4B0C174-123D-476E-B7D9-8FF709CB563A}"/>
                </a:ext>
              </a:extLst>
            </p:cNvPr>
            <p:cNvSpPr txBox="1"/>
            <p:nvPr/>
          </p:nvSpPr>
          <p:spPr>
            <a:xfrm>
              <a:off x="7199999" y="540000"/>
              <a:ext cx="2880000" cy="1800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b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b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b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b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b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b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C4099D-6EB1-45E9-8B4E-1DFA6EF3309E}"/>
                </a:ext>
              </a:extLst>
            </p:cNvPr>
            <p:cNvSpPr txBox="1"/>
            <p:nvPr/>
          </p:nvSpPr>
          <p:spPr>
            <a:xfrm>
              <a:off x="7380000" y="720000"/>
              <a:ext cx="2520000" cy="360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SE(3)-Transformer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E69860A-917A-495E-A6A6-09389990E045}"/>
                </a:ext>
              </a:extLst>
            </p:cNvPr>
            <p:cNvSpPr txBox="1"/>
            <p:nvPr/>
          </p:nvSpPr>
          <p:spPr>
            <a:xfrm>
              <a:off x="7380000" y="1260000"/>
              <a:ext cx="2520000" cy="360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LayerNorm</a:t>
              </a:r>
              <a:endPara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7236FE-CCEB-44C5-ABBF-672F50D784DE}"/>
                </a:ext>
              </a:extLst>
            </p:cNvPr>
            <p:cNvSpPr txBox="1"/>
            <p:nvPr/>
          </p:nvSpPr>
          <p:spPr>
            <a:xfrm>
              <a:off x="7380000" y="1800666"/>
              <a:ext cx="2520000" cy="360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ELU</a:t>
              </a: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FA9E654E-1CDF-4E1B-A3BB-DC1886EB1FB2}"/>
                </a:ext>
              </a:extLst>
            </p:cNvPr>
            <p:cNvCxnSpPr>
              <a:stCxn id="31" idx="2"/>
              <a:endCxn id="32" idx="0"/>
            </p:cNvCxnSpPr>
            <p:nvPr/>
          </p:nvCxnSpPr>
          <p:spPr>
            <a:xfrm>
              <a:off x="8640000" y="1080000"/>
              <a:ext cx="0" cy="180000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1C381C1C-CDA8-49D8-AFF5-2999C09CF38C}"/>
                </a:ext>
              </a:extLst>
            </p:cNvPr>
            <p:cNvCxnSpPr>
              <a:stCxn id="32" idx="2"/>
              <a:endCxn id="33" idx="0"/>
            </p:cNvCxnSpPr>
            <p:nvPr/>
          </p:nvCxnSpPr>
          <p:spPr>
            <a:xfrm>
              <a:off x="8640000" y="1620000"/>
              <a:ext cx="0" cy="180666"/>
            </a:xfrm>
            <a:prstGeom prst="straightConnector1">
              <a:avLst/>
            </a:prstGeom>
            <a:grpFill/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3662B47B-7872-4523-A6BF-AEE4A36C855E}"/>
              </a:ext>
            </a:extLst>
          </p:cNvPr>
          <p:cNvSpPr txBox="1"/>
          <p:nvPr/>
        </p:nvSpPr>
        <p:spPr>
          <a:xfrm>
            <a:off x="6719356" y="3053239"/>
            <a:ext cx="2880000" cy="18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345437-EA5A-485A-9B1A-04A055C5F6F9}"/>
              </a:ext>
            </a:extLst>
          </p:cNvPr>
          <p:cNvSpPr txBox="1"/>
          <p:nvPr/>
        </p:nvSpPr>
        <p:spPr>
          <a:xfrm>
            <a:off x="6899357" y="3228573"/>
            <a:ext cx="25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E875FA-80CE-4E30-BD7C-0E4733306664}"/>
              </a:ext>
            </a:extLst>
          </p:cNvPr>
          <p:cNvSpPr txBox="1"/>
          <p:nvPr/>
        </p:nvSpPr>
        <p:spPr>
          <a:xfrm>
            <a:off x="6899357" y="3768573"/>
            <a:ext cx="25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ELU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A11FB9-5E84-4F1C-9BF6-B6531669338D}"/>
              </a:ext>
            </a:extLst>
          </p:cNvPr>
          <p:cNvSpPr txBox="1"/>
          <p:nvPr/>
        </p:nvSpPr>
        <p:spPr>
          <a:xfrm>
            <a:off x="6899357" y="4304573"/>
            <a:ext cx="252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LinearSE3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9162A6E5-45DE-4929-A874-6942034DB3B7}"/>
              </a:ext>
            </a:extLst>
          </p:cNvPr>
          <p:cNvCxnSpPr>
            <a:stCxn id="61" idx="2"/>
            <a:endCxn id="62" idx="0"/>
          </p:cNvCxnSpPr>
          <p:nvPr/>
        </p:nvCxnSpPr>
        <p:spPr>
          <a:xfrm>
            <a:off x="8159357" y="3588573"/>
            <a:ext cx="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286F87-FAD6-408B-8AAC-894078E225FF}"/>
              </a:ext>
            </a:extLst>
          </p:cNvPr>
          <p:cNvCxnSpPr>
            <a:stCxn id="62" idx="2"/>
            <a:endCxn id="63" idx="0"/>
          </p:cNvCxnSpPr>
          <p:nvPr/>
        </p:nvCxnSpPr>
        <p:spPr>
          <a:xfrm>
            <a:off x="8159357" y="4128573"/>
            <a:ext cx="0" cy="176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61A0D1B-6A27-4865-B6D0-17EE49A60758}"/>
              </a:ext>
            </a:extLst>
          </p:cNvPr>
          <p:cNvCxnSpPr>
            <a:cxnSpLocks/>
          </p:cNvCxnSpPr>
          <p:nvPr/>
        </p:nvCxnSpPr>
        <p:spPr>
          <a:xfrm flipH="1">
            <a:off x="6120000" y="895334"/>
            <a:ext cx="572900" cy="1444666"/>
          </a:xfrm>
          <a:prstGeom prst="line">
            <a:avLst/>
          </a:prstGeom>
          <a:ln w="25400" cmpd="sng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AB388ED4-011B-4C4F-B4A0-6FDF4DC6878B}"/>
              </a:ext>
            </a:extLst>
          </p:cNvPr>
          <p:cNvCxnSpPr/>
          <p:nvPr/>
        </p:nvCxnSpPr>
        <p:spPr>
          <a:xfrm flipV="1">
            <a:off x="6120000" y="2688573"/>
            <a:ext cx="599356" cy="37142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5D24847F-723B-467B-A797-1ED62CD416F0}"/>
              </a:ext>
            </a:extLst>
          </p:cNvPr>
          <p:cNvCxnSpPr/>
          <p:nvPr/>
        </p:nvCxnSpPr>
        <p:spPr>
          <a:xfrm flipV="1">
            <a:off x="6120000" y="3053239"/>
            <a:ext cx="599356" cy="130276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F0367E1-1A50-41EF-A561-8E96707441A4}"/>
              </a:ext>
            </a:extLst>
          </p:cNvPr>
          <p:cNvCxnSpPr>
            <a:cxnSpLocks/>
          </p:cNvCxnSpPr>
          <p:nvPr/>
        </p:nvCxnSpPr>
        <p:spPr>
          <a:xfrm>
            <a:off x="6120000" y="4716000"/>
            <a:ext cx="599356" cy="13723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FA9FA2D6-9F91-4539-9D0F-7DB437F9F42E}"/>
              </a:ext>
            </a:extLst>
          </p:cNvPr>
          <p:cNvCxnSpPr>
            <a:stCxn id="30" idx="2"/>
            <a:endCxn id="25" idx="0"/>
          </p:cNvCxnSpPr>
          <p:nvPr/>
        </p:nvCxnSpPr>
        <p:spPr>
          <a:xfrm rot="5400000">
            <a:off x="3960000" y="4320000"/>
            <a:ext cx="360000" cy="144000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D710F8D1-2B91-409C-8146-1FE3F4E79061}"/>
              </a:ext>
            </a:extLst>
          </p:cNvPr>
          <p:cNvCxnSpPr>
            <a:stCxn id="30" idx="2"/>
            <a:endCxn id="26" idx="0"/>
          </p:cNvCxnSpPr>
          <p:nvPr/>
        </p:nvCxnSpPr>
        <p:spPr>
          <a:xfrm rot="16200000" flipH="1">
            <a:off x="5400000" y="4320000"/>
            <a:ext cx="360000" cy="144000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A1867C2-3205-49FA-B355-BE86A6631EDF}"/>
              </a:ext>
            </a:extLst>
          </p:cNvPr>
          <p:cNvCxnSpPr>
            <a:stCxn id="26" idx="2"/>
            <a:endCxn id="37" idx="0"/>
          </p:cNvCxnSpPr>
          <p:nvPr/>
        </p:nvCxnSpPr>
        <p:spPr>
          <a:xfrm>
            <a:off x="6300000" y="5580000"/>
            <a:ext cx="0" cy="18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AFD7093-A90B-4881-89BE-C1A7518BD418}"/>
              </a:ext>
            </a:extLst>
          </p:cNvPr>
          <p:cNvCxnSpPr>
            <a:stCxn id="25" idx="2"/>
            <a:endCxn id="38" idx="0"/>
          </p:cNvCxnSpPr>
          <p:nvPr/>
        </p:nvCxnSpPr>
        <p:spPr>
          <a:xfrm>
            <a:off x="3420000" y="5580000"/>
            <a:ext cx="0" cy="1753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45E4F59B-79EA-49CA-B2DE-54123153E63B}"/>
              </a:ext>
            </a:extLst>
          </p:cNvPr>
          <p:cNvSpPr txBox="1"/>
          <p:nvPr/>
        </p:nvSpPr>
        <p:spPr>
          <a:xfrm>
            <a:off x="0" y="0"/>
            <a:ext cx="2278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9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720000"/>
            <a:ext cx="3887995" cy="25919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2" y="719999"/>
            <a:ext cx="3887997" cy="25919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312000"/>
            <a:ext cx="3887997" cy="25919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2" y="3312000"/>
            <a:ext cx="3887997" cy="2591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379" y="54000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20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25C9995-B891-4D8D-B7DB-AAF6DF5FF3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04000"/>
            <a:ext cx="3887995" cy="25919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AD5A69-25DC-4CA8-983A-9FC81B9DC2A6}"/>
              </a:ext>
            </a:extLst>
          </p:cNvPr>
          <p:cNvSpPr txBox="1"/>
          <p:nvPr/>
        </p:nvSpPr>
        <p:spPr>
          <a:xfrm>
            <a:off x="144000" y="5724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</a:p>
        </p:txBody>
      </p:sp>
    </p:spTree>
    <p:extLst>
      <p:ext uri="{BB962C8B-B14F-4D97-AF65-F5344CB8AC3E}">
        <p14:creationId xmlns:p14="http://schemas.microsoft.com/office/powerpoint/2010/main" val="218014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1" y="720000"/>
            <a:ext cx="3455996" cy="259199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302" y="719999"/>
            <a:ext cx="3455997" cy="25919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379" y="54000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43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453228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0"/>
            <a:ext cx="12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720000"/>
            <a:ext cx="3887994" cy="25919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3" y="719999"/>
            <a:ext cx="3887995" cy="25919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3312000"/>
            <a:ext cx="3887995" cy="25919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3" y="3312000"/>
            <a:ext cx="3887995" cy="2591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379" y="54000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20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584683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-1" y="0"/>
            <a:ext cx="3440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S1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102B067-ECF1-4341-9974-D5D42C7B4F13}"/>
              </a:ext>
            </a:extLst>
          </p:cNvPr>
          <p:cNvGrpSpPr/>
          <p:nvPr/>
        </p:nvGrpSpPr>
        <p:grpSpPr>
          <a:xfrm>
            <a:off x="1024800" y="750524"/>
            <a:ext cx="7825287" cy="5771563"/>
            <a:chOff x="1024800" y="750524"/>
            <a:chExt cx="7825287" cy="577156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047214C-62BA-44B0-BCF7-CCD904860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800" y="750524"/>
              <a:ext cx="7360988" cy="4907325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5F810B4-7676-4C64-B06A-F8AD1A0EADA7}"/>
                </a:ext>
              </a:extLst>
            </p:cNvPr>
            <p:cNvGrpSpPr/>
            <p:nvPr/>
          </p:nvGrpSpPr>
          <p:grpSpPr>
            <a:xfrm>
              <a:off x="2766087" y="5011756"/>
              <a:ext cx="6084000" cy="1295444"/>
              <a:chOff x="6480000" y="3383546"/>
              <a:chExt cx="6084000" cy="1295444"/>
            </a:xfrm>
          </p:grpSpPr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D8F826DC-F338-4A83-99BB-308612FE3B40}"/>
                  </a:ext>
                </a:extLst>
              </p:cNvPr>
              <p:cNvCxnSpPr/>
              <p:nvPr/>
            </p:nvCxnSpPr>
            <p:spPr>
              <a:xfrm>
                <a:off x="6480000" y="3600000"/>
                <a:ext cx="360000" cy="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8B841C13-9A64-490F-B2D9-62A01B7A00D6}"/>
                  </a:ext>
                </a:extLst>
              </p:cNvPr>
              <p:cNvCxnSpPr/>
              <p:nvPr/>
            </p:nvCxnSpPr>
            <p:spPr>
              <a:xfrm>
                <a:off x="6480000" y="4138990"/>
                <a:ext cx="360000" cy="0"/>
              </a:xfrm>
              <a:prstGeom prst="straightConnector1">
                <a:avLst/>
              </a:prstGeom>
              <a:ln w="25400">
                <a:solidFill>
                  <a:schemeClr val="accent6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1B5AD64C-F670-47A6-8245-9B776454DECE}"/>
                  </a:ext>
                </a:extLst>
              </p:cNvPr>
              <p:cNvCxnSpPr/>
              <p:nvPr/>
            </p:nvCxnSpPr>
            <p:spPr>
              <a:xfrm>
                <a:off x="6480000" y="4678990"/>
                <a:ext cx="360000" cy="0"/>
              </a:xfrm>
              <a:prstGeom prst="straightConnector1">
                <a:avLst/>
              </a:prstGeom>
              <a:ln w="25400">
                <a:solidFill>
                  <a:srgbClr val="00B0F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0E4CAB20-0D04-40B5-BC3A-35F2E08E52C0}"/>
                  </a:ext>
                </a:extLst>
              </p:cNvPr>
              <p:cNvSpPr/>
              <p:nvPr/>
            </p:nvSpPr>
            <p:spPr>
              <a:xfrm>
                <a:off x="6804000" y="3383546"/>
                <a:ext cx="5760000" cy="430887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r>
                  <a:rPr lang="en-US" altLang="ko-KR" sz="22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Atom - probe edge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3110E5F7-B887-495C-AF7E-CBA63E885859}"/>
                  </a:ext>
                </a:extLst>
              </p:cNvPr>
              <p:cNvSpPr/>
              <p:nvPr/>
            </p:nvSpPr>
            <p:spPr>
              <a:xfrm>
                <a:off x="6803999" y="3922990"/>
                <a:ext cx="386490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2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Intra-residue atom-atom edge</a:t>
                </a:r>
                <a:endParaRPr lang="ko-KR" altLang="en-US" sz="2200" b="1" dirty="0"/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09437BC-7109-48AF-9A37-8AF0E60098F4}"/>
                </a:ext>
              </a:extLst>
            </p:cNvPr>
            <p:cNvSpPr/>
            <p:nvPr/>
          </p:nvSpPr>
          <p:spPr>
            <a:xfrm>
              <a:off x="3090087" y="6091200"/>
              <a:ext cx="221406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Long-range edge</a:t>
              </a:r>
              <a:endParaRPr lang="ko-KR" altLang="en-US"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13663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0"/>
            <a:ext cx="3094892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S2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20000"/>
            <a:ext cx="3887997" cy="259199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2" y="719999"/>
            <a:ext cx="3887998" cy="25919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312000"/>
            <a:ext cx="3887998" cy="259199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2" y="3312000"/>
            <a:ext cx="3887998" cy="2591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379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2000" y="540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" y="313200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197096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0"/>
            <a:ext cx="126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S3</a:t>
            </a:r>
          </a:p>
          <a:p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1" y="772252"/>
            <a:ext cx="3455996" cy="259199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940" y="772251"/>
            <a:ext cx="3455997" cy="2591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379" y="409370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23938" y="409370"/>
            <a:ext cx="4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208208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8C5C6-42B2-A4D4-33D4-0496AF9BD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D7B49A-EDF6-BDC1-2A54-8DEF0D3A7F36}"/>
              </a:ext>
            </a:extLst>
          </p:cNvPr>
          <p:cNvSpPr txBox="1"/>
          <p:nvPr/>
        </p:nvSpPr>
        <p:spPr>
          <a:xfrm>
            <a:off x="0" y="0"/>
            <a:ext cx="414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S1</a:t>
            </a:r>
            <a:endParaRPr lang="ko-KR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F529FA8-7799-0ADB-4922-ECBD57484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347317"/>
              </p:ext>
            </p:extLst>
          </p:nvPr>
        </p:nvGraphicFramePr>
        <p:xfrm>
          <a:off x="2454442" y="157587"/>
          <a:ext cx="8104472" cy="39386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52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2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077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Probe-ineligible Atom classes</a:t>
                      </a:r>
                      <a:endParaRPr lang="ko-KR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0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atom</a:t>
                      </a:r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Alkali metal atoms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(Li, Na, K, Rb)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077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Probe-eligible Atom classes</a:t>
                      </a:r>
                      <a:endParaRPr lang="ko-KR" alt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113478"/>
                  </a:ext>
                </a:extLst>
              </a:tr>
              <a:tr h="4430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atom</a:t>
                      </a:r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 atom</a:t>
                      </a:r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0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atom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atom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3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Halogen atoms</a:t>
                      </a:r>
                      <a:b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(F, Cl, Br, I)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Non-alkali metal atoms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(Ca, Mg, Zn, Hg, Mn, Co, Fe, Ni, Cu, Cd)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307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 Atom classes (Probe-ineligible)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343410"/>
                  </a:ext>
                </a:extLst>
              </a:tr>
              <a:tr h="4430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Probe class</a:t>
                      </a:r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Other atoms</a:t>
                      </a:r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624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3438</TotalTime>
  <Words>249</Words>
  <Application>Microsoft Office PowerPoint</Application>
  <PresentationFormat>와이드스크린</PresentationFormat>
  <Paragraphs>87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Cambria Math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shado</dc:creator>
  <cp:lastModifiedBy>SANGWOO PARK</cp:lastModifiedBy>
  <cp:revision>309</cp:revision>
  <dcterms:created xsi:type="dcterms:W3CDTF">2024-01-17T11:40:54Z</dcterms:created>
  <dcterms:modified xsi:type="dcterms:W3CDTF">2026-06-20T12:00:20Z</dcterms:modified>
</cp:coreProperties>
</file>